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06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312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42512" y="1950271"/>
            <a:ext cx="5808985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 Applications d'Entreprise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680142" y="2628959"/>
            <a:ext cx="3853718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46E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 Cœur de la Transformation Numérique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380361" y="4409480"/>
            <a:ext cx="238327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6" name="TextBox 5"/>
          <p:cNvSpPr txBox="1"/>
          <p:nvPr/>
        </p:nvSpPr>
        <p:spPr>
          <a:xfrm>
            <a:off x="857524" y="3556972"/>
            <a:ext cx="48257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ANDRIANANTENAINA Mandresy </a:t>
            </a:r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Rova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Tiavina</a:t>
            </a:r>
            <a:endParaRPr lang="fr-F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RAVELOARIJAONA </a:t>
            </a:r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Miandrinirina</a:t>
            </a:r>
            <a:endParaRPr lang="fr-F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RANDRIAMAHEFA </a:t>
            </a:r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Maholison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Joachin Fabrice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01216"/>
            <a:ext cx="828675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Qu'est-ce qu'une Application d'Entreprise 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624533"/>
            <a:ext cx="4643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 applications d'entreprise sont des systèmes logiciels complexes conçus pour soutenir les processus métiers à grande échelle.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7219" y="2310333"/>
            <a:ext cx="4464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de volumes de données massifs.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07219" y="2638946"/>
            <a:ext cx="4464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Soutien aux flux de travail critiques de l'organisation.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7219" y="2967558"/>
            <a:ext cx="4464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Interconnexion entre les différents départements.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7219" y="3296171"/>
            <a:ext cx="4464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Optimisation des opérations quotidiennes.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586413" y="1453083"/>
            <a:ext cx="3128963" cy="2271713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" name="Shape 7"/>
          <p:cNvSpPr/>
          <p:nvPr/>
        </p:nvSpPr>
        <p:spPr>
          <a:xfrm>
            <a:off x="5586413" y="1453083"/>
            <a:ext cx="57150" cy="2271713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1" name="Text 8"/>
          <p:cNvSpPr/>
          <p:nvPr/>
        </p:nvSpPr>
        <p:spPr>
          <a:xfrm>
            <a:off x="5750719" y="1560240"/>
            <a:ext cx="2857500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 À RETENIR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50719" y="1829916"/>
            <a:ext cx="2857500" cy="54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"Une application d'entreprise n'est pas qu'un outil, c'est une infrastructure stratégique pour la performance globale."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893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858366"/>
            <a:ext cx="828675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Panorama des Types d'Applications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64369" y="1624533"/>
            <a:ext cx="387905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64369" y="1926357"/>
            <a:ext cx="38790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Resource Planning : Unifie les finances, les RH et la production.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893469" y="1624533"/>
            <a:ext cx="387905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93469" y="1926357"/>
            <a:ext cx="38790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Relationship Management : Centralise les interactions clients.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4369" y="2580680"/>
            <a:ext cx="387905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4369" y="2882503"/>
            <a:ext cx="38790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Supply Chain Management : Optimise les flux et la logistique.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93469" y="2580680"/>
            <a:ext cx="387905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93469" y="2882503"/>
            <a:ext cx="38790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Intelligence : Transforme les données en indicateurs clés.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85775" y="4616648"/>
            <a:ext cx="8286750" cy="36968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 À RETENIR : La diversité des outils permet une couverture complète de la chaîne de valeur.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4066"/>
            <a:ext cx="80010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 Avantages Stratégiques Majeurs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10233"/>
            <a:ext cx="39362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PRODUCTIVITÉ ACCRUE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71500" y="1779910"/>
            <a:ext cx="393620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Automatisation des tâches répétitives et réduction drastique des erreurs manuelles.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36294" y="1510233"/>
            <a:ext cx="39362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CENTRALISATION DES DONNÉES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636294" y="1779910"/>
            <a:ext cx="393620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 source unique de vérité pour éliminer les silos d'information entre départements.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1500" y="2405658"/>
            <a:ext cx="39362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COLLABORATION OPTIMISÉE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1500" y="2675334"/>
            <a:ext cx="393620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Partage d'informations en temps réel facilitant le travail d'équipe et la réactivité.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36294" y="2405658"/>
            <a:ext cx="39362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DÉCISIONS ÉCLAIRÉES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36294" y="2675334"/>
            <a:ext cx="393620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Accès à des rapports analytiques précis pour anticiper les évolutions du marché.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0" y="3258220"/>
            <a:ext cx="9144000" cy="741164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401095"/>
            <a:ext cx="8001000" cy="383977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 À RETENIR : L'investissement technologique est un levier direct de compétitivité durable.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58366"/>
            <a:ext cx="80010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Défis et Enjeux de Mise en Œuvre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530772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1538" y="1510233"/>
            <a:ext cx="164063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 des données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28650" y="1737047"/>
            <a:ext cx="3957638" cy="370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Protection contre les cybermenaces et conformité stricte aux réglementations (RGPD).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013" y="1530772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57763" y="1510233"/>
            <a:ext cx="198615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Complexité d'intégration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672013" y="1737047"/>
            <a:ext cx="3957638" cy="370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Difficulté de synchronisation entre les nouveaux systèmes et l'infrastructure existante (Legacy).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242747"/>
            <a:ext cx="192881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2969" y="2222209"/>
            <a:ext cx="1811052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Coûts d'investissement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28650" y="2449023"/>
            <a:ext cx="3957638" cy="370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Budgets importants requis pour les licences, l'infrastructure et la maintenance continue.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013" y="2242747"/>
            <a:ext cx="214313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57763" y="2222209"/>
            <a:ext cx="199179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Conduite du changement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4672013" y="2449023"/>
            <a:ext cx="3957638" cy="370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de la résistance interne et nécessité d'un accompagnement par la formation.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628650" y="2862746"/>
            <a:ext cx="8001000" cy="571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7" name="Shape 10"/>
          <p:cNvSpPr/>
          <p:nvPr/>
        </p:nvSpPr>
        <p:spPr>
          <a:xfrm>
            <a:off x="628650" y="2862746"/>
            <a:ext cx="57150" cy="57150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8" name="Text 11"/>
          <p:cNvSpPr/>
          <p:nvPr/>
        </p:nvSpPr>
        <p:spPr>
          <a:xfrm>
            <a:off x="771525" y="2919896"/>
            <a:ext cx="771525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 À RETENIR : Le succès dépend autant de la gestion humaine que de la qualité technique du logiciel.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794072"/>
            <a:ext cx="86868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L'Avenir : Innovations et Tendances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228600" y="1474515"/>
            <a:ext cx="2571750" cy="287536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28600" y="1804913"/>
            <a:ext cx="2571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Automatisation intelligente et analyses prédictives pour anticiper les besoins du marché.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286125" y="1474515"/>
            <a:ext cx="2571750" cy="287536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Computing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86125" y="1804913"/>
            <a:ext cx="2571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Scalabilité infinie et accès universel, réduisant les barrières de l'infrastructure physique.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343650" y="1474515"/>
            <a:ext cx="2571750" cy="287536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Low-code / No-code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43650" y="1804913"/>
            <a:ext cx="2571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Démocratisation du développement pour permettre aux métiers de créer leurs propres solutions.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0050" y="2740744"/>
            <a:ext cx="83439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 À RETENIR : L'agilité et l'intelligence seront les piliers des applications de demain.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2084" y="864056"/>
            <a:ext cx="80010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Synthèse : Les Points Clés à Retenir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92956" y="1595958"/>
            <a:ext cx="377904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Interconnexion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2956" y="1883494"/>
            <a:ext cx="377904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L'efficacité maximale est atteinte lorsque les systèmes communiquent sans friction.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850606" y="1595958"/>
            <a:ext cx="377904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Évolutivité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50606" y="1883494"/>
            <a:ext cx="377904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Choisir des solutions capables de grandir et de s'adapter à l'évolution de l'entreprise.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2956" y="2480667"/>
            <a:ext cx="377904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Expérience Utilisateur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2956" y="2768203"/>
            <a:ext cx="377904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L'adoption par les équipes est le seul véritable indicateur de succès d'un outil.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50606" y="2480667"/>
            <a:ext cx="377904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70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 Native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50606" y="2768203"/>
            <a:ext cx="377904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protection des données doit être intégrée dès la conception (Security by Design).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8650" y="3336801"/>
            <a:ext cx="8001000" cy="458986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51101"/>
            <a:ext cx="742950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"La technologie doit rester au service de la stratégie métier, et non l'inverse."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482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Mandresy</cp:lastModifiedBy>
  <cp:revision>3</cp:revision>
  <dcterms:created xsi:type="dcterms:W3CDTF">2026-06-15T08:38:26Z</dcterms:created>
  <dcterms:modified xsi:type="dcterms:W3CDTF">2026-06-16T04:11:25Z</dcterms:modified>
</cp:coreProperties>
</file>